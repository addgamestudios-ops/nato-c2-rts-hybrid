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NATO C2 RTS HYBRID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Interface the Alliance Deserves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Gamified • AI-Augmented • Multi-Domain • APP-6E Native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11F3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for Allied Command Transformation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3B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NATO C2 Systems Are Failing Commanders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solidFill>
            <a:srgbClr val="111F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Overload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1554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SitaWare &amp; NCOP bury commanders in cluttered screens and slow updates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8229600" cy="685800"/>
          </a:xfrm>
          <a:prstGeom prst="rect">
            <a:avLst/>
          </a:prstGeom>
          <a:solidFill>
            <a:srgbClr val="111F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31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Swarm Support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2331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systems cannot handle 500+ drones + ground units in real 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solidFill>
            <a:srgbClr val="111F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08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AI Augmentation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31089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predictive threat analysis — commanders fly blind until contact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solidFill>
            <a:srgbClr val="111F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86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Multi-Domain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3886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native altitude layering — drones and tanks treated the same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Slower decisions. Higher casualties. Lost initiative.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NATO C2 RTS Hybrid — Built for Victory, Not Committees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011680" cy="2560320"/>
          </a:xfrm>
          <a:prstGeom prst="rect">
            <a:avLst/>
          </a:prstGeom>
          <a:solidFill>
            <a:srgbClr val="111F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🎮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Gamified UX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Starcraft-level drag, radial menus, hotkeys — commanders love it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463040"/>
            <a:ext cx="2011680" cy="2560320"/>
          </a:xfrm>
          <a:prstGeom prst="rect">
            <a:avLst/>
          </a:prstGeom>
          <a:solidFill>
            <a:srgbClr val="111F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554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9748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Mythos 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97480" y="25603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threat prediction with 8–12s lookahead and autonomous mode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2011680" cy="2560320"/>
          </a:xfrm>
          <a:prstGeom prst="rect">
            <a:avLst/>
          </a:prstGeom>
          <a:solidFill>
            <a:srgbClr val="111F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554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4632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HPA* + ORCA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2000+ unit swarm support with perfect formation maintenance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463040"/>
            <a:ext cx="2011680" cy="2560320"/>
          </a:xfrm>
          <a:prstGeom prst="rect">
            <a:avLst/>
          </a:prstGeom>
          <a:solidFill>
            <a:srgbClr val="111F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1554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🛰️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99516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 Altitude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95160" y="25603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/ Low / High — realistic multi-domain physics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system. Absolute control. Zero cognitive overload.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WE WIN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47472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200400"/>
              </a:tblGrid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SitaWare / NCOP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NATO C2 RTS Hybrid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Units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2,000+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Pathfinding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 A*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HPA* + Catmull-Rom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Avoidance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ORCA (Nebukam RVO2)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Threat Prediction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87% accuracy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Multi-Domain Layers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(Ground/Low/High)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Customization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color, hotkey, panel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Cognitive Load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Extremely 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compete with legacy systems. We replace them.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" cy="5486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Layer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0" y="9144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UI Toolkit + WebGL + Milsymbol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37160" cy="54864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6002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Mythos Autonomous Mode + Threat Prediction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137160" cy="5486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86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Pathfinding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22860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HPA* Hierarchical + Catmull-Rom Smoothing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137160" cy="548640"/>
          </a:xfrm>
          <a:prstGeom prst="rect">
            <a:avLst/>
          </a:prstGeom>
          <a:solidFill>
            <a:srgbClr val="FF3B5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71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29718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ORCA (Nebukam RVO2 Job System) — 2000+ agents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137160" cy="548640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Symbology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36576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MIL-STD-2525E / APP-6E Native (Milsymbol)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Unity 2022.3 + Burst + Job System — Battle-tested at 60 FPS with 2000+ units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MYTHOS AI — YOUR DIGITAL BATTLE CAPTAIN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914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Prediction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83280" y="9144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8–12 second lookahead with 87%+ accuracy. Red pulsing orbs appear before danger.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7373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Mode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7373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Toggleable AI that handles routine decisions while commander focuses on strategy.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560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Detection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5603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"SAM site vulnerable in 47 seconds" — AI surfaces fleeting tactical advantages.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383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After-Action Replay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33832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3D decision tree visualization. Learn from every engagement.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AI doesn't replace the commander — it removes the noise so the commander can command."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MULTI-LAYER ALTITUDE 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Multi-Domain Physics — Finally Done Right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solidFill>
            <a:srgbClr val="111F35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 ALTITUDE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0" y="137160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HALE Drones • Satellites • Strategic Bombers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868680"/>
          </a:xfrm>
          <a:prstGeom prst="rect">
            <a:avLst/>
          </a:prstGeom>
          <a:solidFill>
            <a:srgbClr val="111F3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774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LOW ALTITUDE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237744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Drones • Helicopters • Loitering Munitions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8229600" cy="868680"/>
          </a:xfrm>
          <a:prstGeom prst="rect">
            <a:avLst/>
          </a:prstGeom>
          <a:solidFill>
            <a:srgbClr val="111F35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832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338328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Tanks • IFVs • Infantry • UGVs • Artillery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only interact with adjacent layers → Massive performance + realistic physics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GAMIFIED UX — COMMANDERS ACTUALLY WANT TO USE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Drag-box selection with instant multi-unit grouping (Starcraft muscle memory)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Radial Command Wheel — right-click anywhere for instant orders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Hotkey mastery: Ctrl+1–9 for groups, Q/W/E/R for abilities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Live formation preview (Wedge / Line / Circle) with real-time adjustment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Threat heatmaps — red pulsing circles show danger 8 seconds before impact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One-click manual override — click any unit to take direct control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cognitive load. High decision speed. Actual joy in using the system.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STANDARDS COMPLIANCE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111F3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MIL-STD-2525E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1005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via Milsymbol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212080" y="1005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symbol set + cyber appendix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solidFill>
            <a:srgbClr val="111F3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APP-6E (NATO)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via Milsymbol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0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Allied Procedural Publication 6(E)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solidFill>
            <a:srgbClr val="111F3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STANAG 5621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Q4 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560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Information Exchange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111F3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37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 1-02.2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3337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Army Military Symbols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from day one to pass NATO STANAG certification and national security reviews.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2026–2027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645920" cy="6858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0" y="91440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MIL-STD-2525E + APP-6E symbol pack • Milsymbol C# bridge • Unity Package v1.3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645920" cy="6858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173736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Multiplayer lockstep sync • VR Command Post prototype • STANAG 5621 pilot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1645920" cy="6858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603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 2027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256032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JADC2 / Multi-Domain Operations module • 5000+ unit stress test • Allied nation trials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1645920" cy="6858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3832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 2027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338328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NATO STANAG certification push • Full documentation + training package • IOC for select nations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Initial Operating Capability with 3 Allied nations by Q2 2027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Approve 90-day pilot with 1–2 Allied nations (land domain focus)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Provide access to APP-6E symbol database and STANAG documentation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Assign 2–3 military advisors for UX validation and requirements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Target: Live demonstration at CWIX 2026 or NATO C2COE exercise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111F3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an incremental improvement.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interface NATO should have had in 2022.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NATO C2 RTS HYBRID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Interface the Alliance Deserves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Allied Command Transformation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CWIX 2026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the next fight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c2-rts@nato-project.internal  |  Discord: NATO C2 Devs (Allied only)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NATO C2 RTS Hybrid Project — All Rights Reserved to the Alliance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NATO C2 RTS Hybrid — Pitch for Allied Command Transformation</dc:title>
  <dc:subject>Next-Generation Command &amp; Control Interface</dc:subject>
  <dc:creator>NATO C2 RTS Hybrid Project</dc:creator>
  <cp:lastModifiedBy>NATO C2 RTS Hybrid Project</cp:lastModifiedBy>
  <cp:revision>1</cp:revision>
  <dcterms:created xsi:type="dcterms:W3CDTF">2026-05-24T08:02:31Z</dcterms:created>
  <dcterms:modified xsi:type="dcterms:W3CDTF">2026-05-24T08:02:31Z</dcterms:modified>
</cp:coreProperties>
</file>